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贺瑶憬" initials="A" lastIdx="0" clrIdx="0"/>
  <p:cmAuthor id="2" name="World !" initials="W!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84020" y="0"/>
            <a:ext cx="805878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74320" indent="-274320" algn="ctr"/>
            <a:r>
              <a:rPr lang="zh-CN" altLang="en-US" sz="4000" b="1" dirty="0">
                <a:latin typeface="华文宋体" panose="02010600040101010101" pitchFamily="2" charset="-122"/>
                <a:ea typeface="华文宋体" panose="02010600040101010101" pitchFamily="2" charset="-122"/>
                <a:cs typeface="楷体" panose="02010609060101010101" charset="-122"/>
              </a:rPr>
              <a:t>实验报告模板</a:t>
            </a:r>
            <a:endParaRPr lang="en-US" altLang="zh-CN" sz="2400" b="0" dirty="0">
              <a:solidFill>
                <a:srgbClr val="000000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楷体" panose="02010609060101010101" charset="-122"/>
            </a:endParaRPr>
          </a:p>
          <a:p>
            <a:pPr marL="274320" indent="-274320" algn="just"/>
            <a:endParaRPr lang="zh-CN" altLang="en-US" sz="2400" b="0" dirty="0">
              <a:solidFill>
                <a:srgbClr val="000000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69075" y="1076325"/>
            <a:ext cx="5623560" cy="3477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注意</a:t>
            </a:r>
            <a:r>
              <a:rPr lang="en-US" altLang="zh-CN" sz="3200"/>
              <a:t>：</a:t>
            </a:r>
            <a:endParaRPr lang="en-US" altLang="zh-CN" sz="3200">
              <a:solidFill>
                <a:schemeClr val="accent6"/>
              </a:solidFill>
            </a:endParaRPr>
          </a:p>
          <a:p>
            <a:r>
              <a:rPr lang="en-US" altLang="zh-CN" sz="3200">
                <a:solidFill>
                  <a:schemeClr val="accent6"/>
                </a:solidFill>
              </a:rPr>
              <a:t>1. </a:t>
            </a:r>
            <a:r>
              <a:rPr lang="zh-CN" altLang="en-US" sz="3200">
                <a:solidFill>
                  <a:schemeClr val="accent6"/>
                </a:solidFill>
              </a:rPr>
              <a:t>要签字</a:t>
            </a:r>
            <a:endParaRPr lang="zh-CN" altLang="en-US" sz="3200">
              <a:solidFill>
                <a:schemeClr val="accent6"/>
              </a:solidFill>
            </a:endParaRPr>
          </a:p>
          <a:p>
            <a:r>
              <a:rPr lang="en-US" altLang="zh-CN" sz="3200">
                <a:solidFill>
                  <a:schemeClr val="accent6"/>
                </a:solidFill>
              </a:rPr>
              <a:t>2.</a:t>
            </a:r>
            <a:r>
              <a:rPr lang="zh-CN" altLang="en-US" sz="3200">
                <a:solidFill>
                  <a:schemeClr val="accent6"/>
                </a:solidFill>
              </a:rPr>
              <a:t>封面信息要填写</a:t>
            </a:r>
            <a:r>
              <a:rPr lang="zh-CN" altLang="en-US" sz="3200">
                <a:solidFill>
                  <a:schemeClr val="accent6"/>
                </a:solidFill>
              </a:rPr>
              <a:t>完整</a:t>
            </a:r>
            <a:endParaRPr lang="zh-CN" altLang="en-US" sz="3200">
              <a:solidFill>
                <a:schemeClr val="accent6"/>
              </a:solidFill>
            </a:endParaRPr>
          </a:p>
          <a:p>
            <a:r>
              <a:rPr lang="en-US" altLang="zh-CN" sz="3200">
                <a:solidFill>
                  <a:schemeClr val="accent6"/>
                </a:solidFill>
              </a:rPr>
              <a:t>3. </a:t>
            </a:r>
            <a:r>
              <a:rPr lang="zh-CN" altLang="en-US" sz="3200">
                <a:solidFill>
                  <a:schemeClr val="accent6"/>
                </a:solidFill>
              </a:rPr>
              <a:t>提交</a:t>
            </a:r>
            <a:r>
              <a:rPr lang="en-US" altLang="zh-CN" sz="3200">
                <a:solidFill>
                  <a:schemeClr val="accent6"/>
                </a:solidFill>
              </a:rPr>
              <a:t>PDF</a:t>
            </a:r>
            <a:r>
              <a:rPr lang="zh-CN" altLang="en-US" sz="3200">
                <a:solidFill>
                  <a:schemeClr val="accent6"/>
                </a:solidFill>
              </a:rPr>
              <a:t>文件</a:t>
            </a:r>
            <a:endParaRPr lang="zh-CN" altLang="en-US" sz="3200">
              <a:solidFill>
                <a:schemeClr val="accent6"/>
              </a:solidFill>
            </a:endParaRPr>
          </a:p>
          <a:p>
            <a:r>
              <a:rPr lang="en-US" altLang="zh-CN" sz="3200">
                <a:solidFill>
                  <a:schemeClr val="accent6"/>
                </a:solidFill>
              </a:rPr>
              <a:t>4.</a:t>
            </a:r>
            <a:r>
              <a:rPr lang="zh-CN" altLang="en-US" sz="3200">
                <a:solidFill>
                  <a:schemeClr val="accent6"/>
                </a:solidFill>
              </a:rPr>
              <a:t>命名</a:t>
            </a:r>
            <a:r>
              <a:rPr lang="en-US" altLang="zh-CN" sz="3200">
                <a:solidFill>
                  <a:schemeClr val="accent6"/>
                </a:solidFill>
              </a:rPr>
              <a:t>：</a:t>
            </a:r>
            <a:r>
              <a:rPr lang="zh-CN" altLang="en-US" sz="3200">
                <a:solidFill>
                  <a:schemeClr val="accent6"/>
                </a:solidFill>
              </a:rPr>
              <a:t>学号</a:t>
            </a:r>
            <a:r>
              <a:rPr lang="en-US" altLang="zh-CN" sz="3200">
                <a:solidFill>
                  <a:schemeClr val="accent6"/>
                </a:solidFill>
              </a:rPr>
              <a:t>-</a:t>
            </a:r>
            <a:r>
              <a:rPr lang="zh-CN" altLang="en-US" sz="3200">
                <a:solidFill>
                  <a:schemeClr val="accent6"/>
                </a:solidFill>
              </a:rPr>
              <a:t>姓名</a:t>
            </a:r>
            <a:r>
              <a:rPr lang="en-US" altLang="zh-CN" sz="3200">
                <a:solidFill>
                  <a:schemeClr val="accent6"/>
                </a:solidFill>
              </a:rPr>
              <a:t>-</a:t>
            </a:r>
            <a:r>
              <a:rPr lang="zh-CN" altLang="en-US" sz="3200">
                <a:solidFill>
                  <a:schemeClr val="accent6"/>
                </a:solidFill>
              </a:rPr>
              <a:t>实验一</a:t>
            </a:r>
            <a:endParaRPr lang="zh-CN" altLang="en-US" sz="3200">
              <a:solidFill>
                <a:schemeClr val="accent6"/>
              </a:solidFill>
            </a:endParaRPr>
          </a:p>
          <a:p>
            <a:endParaRPr lang="zh-CN" altLang="en-US" sz="3200"/>
          </a:p>
          <a:p>
            <a:r>
              <a:rPr lang="zh-CN" altLang="en-US" sz="3200"/>
              <a:t>提交链接和截止时间每次实验课上发布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05" y="774700"/>
            <a:ext cx="3965575" cy="57188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58400" y="53975"/>
            <a:ext cx="21336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实验说明</a:t>
            </a:r>
            <a:endParaRPr lang="en-US" altLang="zh-CN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84020" y="0"/>
            <a:ext cx="805878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74320" indent="-274320" algn="ctr"/>
            <a:r>
              <a:rPr lang="zh-CN" altLang="en-US" sz="4000" b="1" dirty="0">
                <a:latin typeface="华文宋体" panose="02010600040101010101" pitchFamily="2" charset="-122"/>
                <a:ea typeface="华文宋体" panose="02010600040101010101" pitchFamily="2" charset="-122"/>
                <a:cs typeface="楷体" panose="02010609060101010101" charset="-122"/>
              </a:rPr>
              <a:t>实验报告模板</a:t>
            </a:r>
            <a:endParaRPr lang="en-US" altLang="zh-CN" sz="2400" b="0" dirty="0">
              <a:solidFill>
                <a:srgbClr val="000000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楷体" panose="02010609060101010101" charset="-122"/>
            </a:endParaRPr>
          </a:p>
          <a:p>
            <a:pPr marL="274320" indent="-274320" algn="just"/>
            <a:endParaRPr lang="zh-CN" altLang="en-US" sz="2400" b="0" dirty="0">
              <a:solidFill>
                <a:srgbClr val="000000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762000"/>
            <a:ext cx="5774690" cy="54095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1885950"/>
            <a:ext cx="5774690" cy="35807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58400" y="53975"/>
            <a:ext cx="21336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实验说明</a:t>
            </a:r>
            <a:endParaRPr lang="en-US" altLang="zh-CN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WPS 演示</Application>
  <PresentationFormat>宽屏</PresentationFormat>
  <Paragraphs>18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华文宋体</vt:lpstr>
      <vt:lpstr>楷体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顾家军</cp:lastModifiedBy>
  <cp:revision>157</cp:revision>
  <dcterms:created xsi:type="dcterms:W3CDTF">2019-06-19T02:08:00Z</dcterms:created>
  <dcterms:modified xsi:type="dcterms:W3CDTF">2026-10-10T06:52:48Z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0A9C984B7DC24B269F344C8486C30BD5_11</vt:lpwstr>
  </property>
</Properties>
</file>